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b242344-0ec9-5a87-2298-c4f4033d1abf}">
          <p14:sldIdLst>
            <p14:sldId id="256"/>
          </p14:sldIdLst>
        </p14:section>
        <p14:section name="Problem" id="{e98007d9-e081-fa35-686b-fcb2012c777f}">
          <p14:sldIdLst>
            <p14:sldId id="257"/>
          </p14:sldIdLst>
        </p14:section>
        <p14:section name="Solution" id="{3ecc3306-d115-7c8c-1053-d7067f7a18f9}">
          <p14:sldIdLst>
            <p14:sldId id="258"/>
            <p14:sldId id="259"/>
          </p14:sldIdLst>
        </p14:section>
        <p14:section name="Technology" id="{2a67826d-a2e9-78ec-1de7-b6f2447dce75}">
          <p14:sldIdLst>
            <p14:sldId id="260"/>
          </p14:sldIdLst>
        </p14:section>
        <p14:section name="Results" id="{50563ce9-660c-ad33-9ff4-04767c505e7b}">
          <p14:sldIdLst>
            <p14:sldId id="261"/>
          </p14:sldIdLst>
        </p14:section>
        <p14:section name="Conclusion" id="{3e1c0a85-890e-f8d6-983f-e8374285b8b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2"/>
                </a:solidFill>
              </a:rPr>
              <a:t>DAA Hackathon – Problem 61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Warehouse Robot Navigation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1"/>
                </a:solidFill>
              </a:rPr>
              <a:t>Finding the best path for a robot using A*, BFS and Dijkstra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0" y="2788920"/>
            <a:ext cx="2743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3195" y="3108960"/>
            <a:ext cx="8229600" cy="1335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Team Members</a:t>
            </a: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altLang="en-US" sz="1600" dirty="0"/>
              <a:t>Manthan Biradar(25MVCSMR0512)</a:t>
            </a:r>
            <a:endParaRPr lang="en-IN" alt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altLang="en-US" sz="1600" dirty="0"/>
              <a:t>Yashvardhan Singh Gaur(25MVCSMR0540)</a:t>
            </a:r>
            <a:endParaRPr lang="en-IN" alt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altLang="en-US" sz="1600" dirty="0"/>
              <a:t>Biswajit Behera(25MVCSMR0472)</a:t>
            </a:r>
            <a:endParaRPr lang="en-IN" alt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altLang="en-US" sz="1600" dirty="0"/>
              <a:t>Jampala Purnasena(25MVCSMR0491)</a:t>
            </a:r>
            <a:endParaRPr lang="en-IN" altLang="en-US" sz="1600" dirty="0"/>
          </a:p>
          <a:p>
            <a:pPr marL="0" indent="0" algn="ctr">
              <a:buNone/>
            </a:pPr>
            <a:endParaRPr lang="en-IN" altLang="en-US" sz="1600" dirty="0"/>
          </a:p>
          <a:p>
            <a:pPr marL="0" indent="0" algn="ctr">
              <a:buNone/>
            </a:pPr>
            <a:endParaRPr lang="en-IN" alt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2"/>
                </a:solidFill>
              </a:rPr>
              <a:t>Domain: Robotics &amp; Path Finding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Problem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robot must reach a pickup point in a warehouse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 must avoid shelves and obstacles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Why it matters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3464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Shorter path = faster delivery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Less battery is used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5760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Challenges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23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Many shelves, some crowded aisles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71600"/>
            <a:ext cx="3749040" cy="22494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937760" y="370332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</a:rPr>
              <a:t>Sample warehouse map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Idea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Run 3 path-finding algorithms on the same map and compare which one works best.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Key Features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8229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Compares BFS, Dijkstra and A* side by side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Shows which cells each algorithm checked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Crowded aisles cost more, so the robot avoids them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User can change the map, start and pickup point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7373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</a:rPr>
              <a:t>Input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</a:rPr>
              <a:t>Warehouse map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40280" y="1920240"/>
            <a:ext cx="3200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06040" y="1371600"/>
            <a:ext cx="17373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37160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</a:rPr>
              <a:t>Processing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</a:rPr>
              <a:t>Map → grid graph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200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1371600"/>
            <a:ext cx="1737360" cy="1097280"/>
          </a:xfrm>
          <a:prstGeom prst="rect">
            <a:avLst/>
          </a:prstGeom>
          <a:solidFill>
            <a:srgbClr val="1F4E79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37160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Algorithm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BFS / Dijkstra / A*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37960" y="1920240"/>
            <a:ext cx="3200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03720" y="1371600"/>
            <a:ext cx="17373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37160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</a:rPr>
              <a:t>Output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</a:rPr>
              <a:t>Best path shown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User Steps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Open map  →  Set start and pickup  →  Click Run  →  See the result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&amp; Algorithms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Tools Used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Python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Pygame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Streamlit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1887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Algorithms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108960" y="1600200"/>
          <a:ext cx="5577840" cy="1755648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1463040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BFS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Path with fewest moves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O(V + E)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Dijkstra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Cheapest path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O(E log V)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A*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Cheapest path, but faster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O(E log V)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108960" y="35204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V = cells, E = connections between cells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 &amp;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BFS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2560320" cy="15361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Dijkstra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08760"/>
            <a:ext cx="2560320" cy="15361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A*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08760"/>
            <a:ext cx="2560320" cy="153619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3200400"/>
          <a:ext cx="5120640" cy="1170432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BFS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Dijkstra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Moves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Path cost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110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Cells checked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322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351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213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4"/>
          <p:cNvSpPr txBox="1"/>
          <p:nvPr/>
        </p:nvSpPr>
        <p:spPr>
          <a:xfrm>
            <a:off x="5852160" y="324612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Result: </a:t>
            </a:r>
            <a:r>
              <a:rPr lang="en-US" sz="1500" dirty="0">
                <a:solidFill>
                  <a:schemeClr val="tx1"/>
                </a:solidFill>
              </a:rPr>
              <a:t>A* finds the cheapest path while checking the fewest cells.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Built and compared 3 algorithms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A* gives the best path with least effort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0020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Moving obstacles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Multiple robots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Real warehouse robots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3860" y="2939415"/>
            <a:ext cx="82296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3860" y="3429635"/>
            <a:ext cx="8229600" cy="65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boRoute Plain">
  <a:themeElements>
    <a:clrScheme name="RoboRoute Plain">
      <a:dk1>
        <a:srgbClr val="222222"/>
      </a:dk1>
      <a:lt1>
        <a:srgbClr val="FFFFFF"/>
      </a:lt1>
      <a:dk2>
        <a:srgbClr val="1F4E79"/>
      </a:dk2>
      <a:lt2>
        <a:srgbClr val="F2F2F2"/>
      </a:lt2>
      <a:accent1>
        <a:srgbClr val="1F4E79"/>
      </a:accent1>
      <a:accent2>
        <a:srgbClr val="666666"/>
      </a:accent2>
      <a:accent3>
        <a:srgbClr val="BFBFBF"/>
      </a:accent3>
      <a:accent4>
        <a:srgbClr val="2E75B6"/>
      </a:accent4>
      <a:accent5>
        <a:srgbClr val="70AD47"/>
      </a:accent5>
      <a:accent6>
        <a:srgbClr val="C00000"/>
      </a:accent6>
      <a:hlink>
        <a:srgbClr val="1F4E79"/>
      </a:hlink>
      <a:folHlink>
        <a:srgbClr val="666666"/>
      </a:folHlink>
    </a:clrScheme>
    <a:fontScheme name="RoboRoute Plai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oboRoute Plain">
  <a:themeElements>
    <a:clrScheme name="RoboRoute Plain">
      <a:dk1>
        <a:srgbClr val="222222"/>
      </a:dk1>
      <a:lt1>
        <a:srgbClr val="FFFFFF"/>
      </a:lt1>
      <a:dk2>
        <a:srgbClr val="1F4E79"/>
      </a:dk2>
      <a:lt2>
        <a:srgbClr val="F2F2F2"/>
      </a:lt2>
      <a:accent1>
        <a:srgbClr val="1F4E79"/>
      </a:accent1>
      <a:accent2>
        <a:srgbClr val="666666"/>
      </a:accent2>
      <a:accent3>
        <a:srgbClr val="BFBFBF"/>
      </a:accent3>
      <a:accent4>
        <a:srgbClr val="2E75B6"/>
      </a:accent4>
      <a:accent5>
        <a:srgbClr val="70AD47"/>
      </a:accent5>
      <a:accent6>
        <a:srgbClr val="C00000"/>
      </a:accent6>
      <a:hlink>
        <a:srgbClr val="1F4E79"/>
      </a:hlink>
      <a:folHlink>
        <a:srgbClr val="666666"/>
      </a:folHlink>
    </a:clrScheme>
    <a:fontScheme name="RoboRoute Plai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1545</Words>
  <Application>WPS Presentation</Application>
  <PresentationFormat>On-screen Show (16:9)</PresentationFormat>
  <Paragraphs>166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Wingdings</vt:lpstr>
      <vt:lpstr>RoboRoute Plain</vt:lpstr>
      <vt:lpstr>PowerPoint 演示文稿</vt:lpstr>
      <vt:lpstr>The Problem</vt:lpstr>
      <vt:lpstr>Our Idea</vt:lpstr>
      <vt:lpstr>How It Works</vt:lpstr>
      <vt:lpstr>Technology &amp; Algorithms</vt:lpstr>
      <vt:lpstr>Demo &amp; Results</vt:lpstr>
      <vt:lpstr>Conclusion &amp; Future Scope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 Robot Navigation</dc:title>
  <dc:creator>M. Reddy Ponish, J. Purnasena</dc:creator>
  <dc:subject>PptxGenJS Presentation</dc:subject>
  <cp:lastModifiedBy>jampa</cp:lastModifiedBy>
  <cp:revision>2</cp:revision>
  <dcterms:created xsi:type="dcterms:W3CDTF">2026-10-03T05:40:00Z</dcterms:created>
  <dcterms:modified xsi:type="dcterms:W3CDTF">2026-10-03T05:49:36Z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2B61AED0F00D4476BD21A8DA617D6C3E_12</vt:lpwstr>
  </property>
  <property fmtid="{D5CDD505-2E9C-101B-9397-08002B2CF9AE}" pid="3" name="KSOProductBuildVer">
    <vt:lpwstr>2057-12.2.0.23206</vt:lpwstr>
  </property>
</Properties>
</file>